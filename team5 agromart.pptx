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9" r:id="rId2"/>
    <p:sldId id="256" r:id="rId3"/>
    <p:sldId id="258" r:id="rId4"/>
    <p:sldId id="259" r:id="rId5"/>
    <p:sldId id="260" r:id="rId6"/>
    <p:sldId id="263" r:id="rId7"/>
    <p:sldId id="264" r:id="rId8"/>
    <p:sldId id="265" r:id="rId9"/>
    <p:sldId id="267"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A4B76F-D6B1-4255-9760-5035BAD368E0}" v="138" dt="2026-01-09T04:34:48.8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7" d="100"/>
          <a:sy n="67" d="100"/>
        </p:scale>
        <p:origin x="620"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neha yadav" userId="e05f8a7e868a988c" providerId="LiveId" clId="{807644B9-1E0B-44C7-AD17-5B44AAA987C0}"/>
    <pc:docChg chg="undo custSel modSld sldOrd">
      <pc:chgData name="sneha yadav" userId="e05f8a7e868a988c" providerId="LiveId" clId="{807644B9-1E0B-44C7-AD17-5B44AAA987C0}" dt="2026-01-09T04:47:19.868" v="401" actId="20577"/>
      <pc:docMkLst>
        <pc:docMk/>
      </pc:docMkLst>
      <pc:sldChg chg="delSp modSp mod">
        <pc:chgData name="sneha yadav" userId="e05f8a7e868a988c" providerId="LiveId" clId="{807644B9-1E0B-44C7-AD17-5B44AAA987C0}" dt="2026-01-09T04:19:56.416" v="231" actId="255"/>
        <pc:sldMkLst>
          <pc:docMk/>
          <pc:sldMk cId="1304327676" sldId="256"/>
        </pc:sldMkLst>
        <pc:spChg chg="mod">
          <ac:chgData name="sneha yadav" userId="e05f8a7e868a988c" providerId="LiveId" clId="{807644B9-1E0B-44C7-AD17-5B44AAA987C0}" dt="2026-01-09T04:19:56.416" v="231" actId="255"/>
          <ac:spMkLst>
            <pc:docMk/>
            <pc:sldMk cId="1304327676" sldId="256"/>
            <ac:spMk id="3" creationId="{86B26A43-FC80-6710-2C76-946C0B2D35EF}"/>
          </ac:spMkLst>
        </pc:spChg>
      </pc:sldChg>
      <pc:sldChg chg="addSp modSp mod">
        <pc:chgData name="sneha yadav" userId="e05f8a7e868a988c" providerId="LiveId" clId="{807644B9-1E0B-44C7-AD17-5B44AAA987C0}" dt="2026-01-09T04:28:28.470" v="248" actId="14100"/>
        <pc:sldMkLst>
          <pc:docMk/>
          <pc:sldMk cId="1664585683" sldId="258"/>
        </pc:sldMkLst>
        <pc:spChg chg="mod">
          <ac:chgData name="sneha yadav" userId="e05f8a7e868a988c" providerId="LiveId" clId="{807644B9-1E0B-44C7-AD17-5B44AAA987C0}" dt="2026-01-09T04:27:53.743" v="245" actId="1076"/>
          <ac:spMkLst>
            <pc:docMk/>
            <pc:sldMk cId="1664585683" sldId="258"/>
            <ac:spMk id="2" creationId="{216EB2D6-8A23-5567-EF31-47327367585B}"/>
          </ac:spMkLst>
        </pc:spChg>
        <pc:picChg chg="add mod">
          <ac:chgData name="sneha yadav" userId="e05f8a7e868a988c" providerId="LiveId" clId="{807644B9-1E0B-44C7-AD17-5B44AAA987C0}" dt="2026-01-09T04:28:28.470" v="248" actId="14100"/>
          <ac:picMkLst>
            <pc:docMk/>
            <pc:sldMk cId="1664585683" sldId="258"/>
            <ac:picMk id="3" creationId="{748C48DF-C611-7C17-4F3F-2843405193FD}"/>
          </ac:picMkLst>
        </pc:picChg>
      </pc:sldChg>
      <pc:sldChg chg="addSp delSp modSp mod">
        <pc:chgData name="sneha yadav" userId="e05f8a7e868a988c" providerId="LiveId" clId="{807644B9-1E0B-44C7-AD17-5B44AAA987C0}" dt="2026-01-09T04:33:18.055" v="318" actId="14100"/>
        <pc:sldMkLst>
          <pc:docMk/>
          <pc:sldMk cId="3292492278" sldId="259"/>
        </pc:sldMkLst>
        <pc:spChg chg="mod">
          <ac:chgData name="sneha yadav" userId="e05f8a7e868a988c" providerId="LiveId" clId="{807644B9-1E0B-44C7-AD17-5B44AAA987C0}" dt="2026-01-09T03:45:06.125" v="188" actId="1076"/>
          <ac:spMkLst>
            <pc:docMk/>
            <pc:sldMk cId="3292492278" sldId="259"/>
            <ac:spMk id="2" creationId="{D219C96A-0BA8-C959-9BBC-2E0B856724E6}"/>
          </ac:spMkLst>
        </pc:spChg>
        <pc:spChg chg="mod">
          <ac:chgData name="sneha yadav" userId="e05f8a7e868a988c" providerId="LiveId" clId="{807644B9-1E0B-44C7-AD17-5B44AAA987C0}" dt="2026-01-07T14:54:58.162" v="22" actId="5793"/>
          <ac:spMkLst>
            <pc:docMk/>
            <pc:sldMk cId="3292492278" sldId="259"/>
            <ac:spMk id="3" creationId="{CB5AA9D5-6299-DBB8-7CA7-E920BF2AE0C3}"/>
          </ac:spMkLst>
        </pc:spChg>
        <pc:spChg chg="add del mod ord">
          <ac:chgData name="sneha yadav" userId="e05f8a7e868a988c" providerId="LiveId" clId="{807644B9-1E0B-44C7-AD17-5B44AAA987C0}" dt="2026-01-09T04:33:11.893" v="317"/>
          <ac:spMkLst>
            <pc:docMk/>
            <pc:sldMk cId="3292492278" sldId="259"/>
            <ac:spMk id="6" creationId="{704E036F-6F8B-E0D7-BF24-01C5A1524D68}"/>
          </ac:spMkLst>
        </pc:spChg>
        <pc:picChg chg="add mod ord">
          <ac:chgData name="sneha yadav" userId="e05f8a7e868a988c" providerId="LiveId" clId="{807644B9-1E0B-44C7-AD17-5B44AAA987C0}" dt="2026-01-09T04:33:18.055" v="318" actId="14100"/>
          <ac:picMkLst>
            <pc:docMk/>
            <pc:sldMk cId="3292492278" sldId="259"/>
            <ac:picMk id="5" creationId="{BC339CAE-2800-F2FC-5EF0-AFB74B468E90}"/>
          </ac:picMkLst>
        </pc:picChg>
      </pc:sldChg>
      <pc:sldChg chg="modSp mod">
        <pc:chgData name="sneha yadav" userId="e05f8a7e868a988c" providerId="LiveId" clId="{807644B9-1E0B-44C7-AD17-5B44AAA987C0}" dt="2026-01-09T04:15:30.916" v="205" actId="1076"/>
        <pc:sldMkLst>
          <pc:docMk/>
          <pc:sldMk cId="920470063" sldId="260"/>
        </pc:sldMkLst>
        <pc:spChg chg="mod">
          <ac:chgData name="sneha yadav" userId="e05f8a7e868a988c" providerId="LiveId" clId="{807644B9-1E0B-44C7-AD17-5B44AAA987C0}" dt="2026-01-09T04:15:30.916" v="205" actId="1076"/>
          <ac:spMkLst>
            <pc:docMk/>
            <pc:sldMk cId="920470063" sldId="260"/>
            <ac:spMk id="2" creationId="{20A18DA5-1202-B39A-DDF1-06B2C62F5523}"/>
          </ac:spMkLst>
        </pc:spChg>
        <pc:spChg chg="mod">
          <ac:chgData name="sneha yadav" userId="e05f8a7e868a988c" providerId="LiveId" clId="{807644B9-1E0B-44C7-AD17-5B44AAA987C0}" dt="2026-01-09T04:15:17.123" v="202" actId="1076"/>
          <ac:spMkLst>
            <pc:docMk/>
            <pc:sldMk cId="920470063" sldId="260"/>
            <ac:spMk id="3" creationId="{56514723-21EB-522D-7FB5-D30FF0907808}"/>
          </ac:spMkLst>
        </pc:spChg>
      </pc:sldChg>
      <pc:sldChg chg="addSp delSp modSp mod">
        <pc:chgData name="sneha yadav" userId="e05f8a7e868a988c" providerId="LiveId" clId="{807644B9-1E0B-44C7-AD17-5B44AAA987C0}" dt="2026-01-09T04:35:41.411" v="381"/>
        <pc:sldMkLst>
          <pc:docMk/>
          <pc:sldMk cId="105910831" sldId="263"/>
        </pc:sldMkLst>
        <pc:spChg chg="mod">
          <ac:chgData name="sneha yadav" userId="e05f8a7e868a988c" providerId="LiveId" clId="{807644B9-1E0B-44C7-AD17-5B44AAA987C0}" dt="2026-01-09T04:35:11.772" v="322" actId="1076"/>
          <ac:spMkLst>
            <pc:docMk/>
            <pc:sldMk cId="105910831" sldId="263"/>
            <ac:spMk id="2" creationId="{66A82A1C-A0F6-69E4-F0F9-BE81427E8185}"/>
          </ac:spMkLst>
        </pc:spChg>
        <pc:spChg chg="mod">
          <ac:chgData name="sneha yadav" userId="e05f8a7e868a988c" providerId="LiveId" clId="{807644B9-1E0B-44C7-AD17-5B44AAA987C0}" dt="2026-01-09T04:35:05.308" v="321" actId="1076"/>
          <ac:spMkLst>
            <pc:docMk/>
            <pc:sldMk cId="105910831" sldId="263"/>
            <ac:spMk id="3" creationId="{6598B627-E326-9DF6-CABB-F47716E40112}"/>
          </ac:spMkLst>
        </pc:spChg>
        <pc:spChg chg="add del mod">
          <ac:chgData name="sneha yadav" userId="e05f8a7e868a988c" providerId="LiveId" clId="{807644B9-1E0B-44C7-AD17-5B44AAA987C0}" dt="2026-01-09T04:35:41.411" v="381"/>
          <ac:spMkLst>
            <pc:docMk/>
            <pc:sldMk cId="105910831" sldId="263"/>
            <ac:spMk id="6" creationId="{0FF079CB-14A5-83BA-B3F6-74EB0C7F18B2}"/>
          </ac:spMkLst>
        </pc:spChg>
        <pc:picChg chg="add mod">
          <ac:chgData name="sneha yadav" userId="e05f8a7e868a988c" providerId="LiveId" clId="{807644B9-1E0B-44C7-AD17-5B44AAA987C0}" dt="2026-01-09T04:35:34.331" v="379" actId="14100"/>
          <ac:picMkLst>
            <pc:docMk/>
            <pc:sldMk cId="105910831" sldId="263"/>
            <ac:picMk id="5" creationId="{09C0A704-785A-C8D0-CCAC-4BA96C948760}"/>
          </ac:picMkLst>
        </pc:picChg>
      </pc:sldChg>
      <pc:sldChg chg="addSp delSp modSp mod">
        <pc:chgData name="sneha yadav" userId="e05f8a7e868a988c" providerId="LiveId" clId="{807644B9-1E0B-44C7-AD17-5B44AAA987C0}" dt="2026-01-09T04:28:51.174" v="249" actId="478"/>
        <pc:sldMkLst>
          <pc:docMk/>
          <pc:sldMk cId="3256654577" sldId="264"/>
        </pc:sldMkLst>
        <pc:spChg chg="mod">
          <ac:chgData name="sneha yadav" userId="e05f8a7e868a988c" providerId="LiveId" clId="{807644B9-1E0B-44C7-AD17-5B44AAA987C0}" dt="2026-01-07T14:53:39.992" v="12" actId="2711"/>
          <ac:spMkLst>
            <pc:docMk/>
            <pc:sldMk cId="3256654577" sldId="264"/>
            <ac:spMk id="2" creationId="{7E667FB4-12B3-545F-6C88-0454EA1047D2}"/>
          </ac:spMkLst>
        </pc:spChg>
        <pc:spChg chg="mod">
          <ac:chgData name="sneha yadav" userId="e05f8a7e868a988c" providerId="LiveId" clId="{807644B9-1E0B-44C7-AD17-5B44AAA987C0}" dt="2026-01-07T14:53:48.468" v="15" actId="5793"/>
          <ac:spMkLst>
            <pc:docMk/>
            <pc:sldMk cId="3256654577" sldId="264"/>
            <ac:spMk id="3" creationId="{8FF488BF-D6EB-A66B-1C4A-D26BE0ADBFAA}"/>
          </ac:spMkLst>
        </pc:spChg>
        <pc:spChg chg="add del mod">
          <ac:chgData name="sneha yadav" userId="e05f8a7e868a988c" providerId="LiveId" clId="{807644B9-1E0B-44C7-AD17-5B44AAA987C0}" dt="2026-01-09T04:27:12.823" v="241"/>
          <ac:spMkLst>
            <pc:docMk/>
            <pc:sldMk cId="3256654577" sldId="264"/>
            <ac:spMk id="6" creationId="{C74ACB45-E0F2-BC49-C6CA-1DEBD93BD73A}"/>
          </ac:spMkLst>
        </pc:spChg>
        <pc:picChg chg="add del mod">
          <ac:chgData name="sneha yadav" userId="e05f8a7e868a988c" providerId="LiveId" clId="{807644B9-1E0B-44C7-AD17-5B44AAA987C0}" dt="2026-01-09T04:28:51.174" v="249" actId="478"/>
          <ac:picMkLst>
            <pc:docMk/>
            <pc:sldMk cId="3256654577" sldId="264"/>
            <ac:picMk id="5" creationId="{06439375-A951-BD9F-3B42-039ECFD41A24}"/>
          </ac:picMkLst>
        </pc:picChg>
      </pc:sldChg>
      <pc:sldChg chg="modSp mod">
        <pc:chgData name="sneha yadav" userId="e05f8a7e868a988c" providerId="LiveId" clId="{807644B9-1E0B-44C7-AD17-5B44AAA987C0}" dt="2026-01-09T04:16:23.537" v="216" actId="27636"/>
        <pc:sldMkLst>
          <pc:docMk/>
          <pc:sldMk cId="3708434632" sldId="265"/>
        </pc:sldMkLst>
        <pc:spChg chg="mod">
          <ac:chgData name="sneha yadav" userId="e05f8a7e868a988c" providerId="LiveId" clId="{807644B9-1E0B-44C7-AD17-5B44AAA987C0}" dt="2026-01-09T04:15:57.822" v="206" actId="1076"/>
          <ac:spMkLst>
            <pc:docMk/>
            <pc:sldMk cId="3708434632" sldId="265"/>
            <ac:spMk id="2" creationId="{8CEEEFCF-AB4A-5FC9-9CC0-43DD3EABC065}"/>
          </ac:spMkLst>
        </pc:spChg>
        <pc:spChg chg="mod">
          <ac:chgData name="sneha yadav" userId="e05f8a7e868a988c" providerId="LiveId" clId="{807644B9-1E0B-44C7-AD17-5B44AAA987C0}" dt="2026-01-09T04:16:23.537" v="216" actId="27636"/>
          <ac:spMkLst>
            <pc:docMk/>
            <pc:sldMk cId="3708434632" sldId="265"/>
            <ac:spMk id="3" creationId="{A7899B1D-269E-27C7-0896-0DB525058362}"/>
          </ac:spMkLst>
        </pc:spChg>
      </pc:sldChg>
      <pc:sldChg chg="modSp mod">
        <pc:chgData name="sneha yadav" userId="e05f8a7e868a988c" providerId="LiveId" clId="{807644B9-1E0B-44C7-AD17-5B44AAA987C0}" dt="2026-01-09T04:47:19.868" v="401" actId="20577"/>
        <pc:sldMkLst>
          <pc:docMk/>
          <pc:sldMk cId="126405197" sldId="267"/>
        </pc:sldMkLst>
        <pc:spChg chg="mod">
          <ac:chgData name="sneha yadav" userId="e05f8a7e868a988c" providerId="LiveId" clId="{807644B9-1E0B-44C7-AD17-5B44AAA987C0}" dt="2026-01-09T04:12:31.318" v="193" actId="20577"/>
          <ac:spMkLst>
            <pc:docMk/>
            <pc:sldMk cId="126405197" sldId="267"/>
            <ac:spMk id="2" creationId="{03DAF10D-90F9-7B26-4BA7-2576DD6CF4D7}"/>
          </ac:spMkLst>
        </pc:spChg>
        <pc:spChg chg="mod">
          <ac:chgData name="sneha yadav" userId="e05f8a7e868a988c" providerId="LiveId" clId="{807644B9-1E0B-44C7-AD17-5B44AAA987C0}" dt="2026-01-09T04:47:19.868" v="401" actId="20577"/>
          <ac:spMkLst>
            <pc:docMk/>
            <pc:sldMk cId="126405197" sldId="267"/>
            <ac:spMk id="3" creationId="{DEE2CD74-5428-7BEB-12E0-DE4115E16DA3}"/>
          </ac:spMkLst>
        </pc:spChg>
      </pc:sldChg>
      <pc:sldChg chg="modSp mod">
        <pc:chgData name="sneha yadav" userId="e05f8a7e868a988c" providerId="LiveId" clId="{807644B9-1E0B-44C7-AD17-5B44AAA987C0}" dt="2026-01-07T15:03:23.139" v="53" actId="5793"/>
        <pc:sldMkLst>
          <pc:docMk/>
          <pc:sldMk cId="1512015418" sldId="268"/>
        </pc:sldMkLst>
        <pc:spChg chg="mod">
          <ac:chgData name="sneha yadav" userId="e05f8a7e868a988c" providerId="LiveId" clId="{807644B9-1E0B-44C7-AD17-5B44AAA987C0}" dt="2026-01-07T15:03:23.139" v="53" actId="5793"/>
          <ac:spMkLst>
            <pc:docMk/>
            <pc:sldMk cId="1512015418" sldId="268"/>
            <ac:spMk id="3" creationId="{36EFBC66-2008-2690-1AD1-00AC7865A372}"/>
          </ac:spMkLst>
        </pc:spChg>
      </pc:sldChg>
      <pc:sldChg chg="delSp modSp mod ord">
        <pc:chgData name="sneha yadav" userId="e05f8a7e868a988c" providerId="LiveId" clId="{807644B9-1E0B-44C7-AD17-5B44AAA987C0}" dt="2026-01-09T04:13:31.601" v="197" actId="478"/>
        <pc:sldMkLst>
          <pc:docMk/>
          <pc:sldMk cId="2297356019" sldId="269"/>
        </pc:sldMkLst>
        <pc:spChg chg="mod">
          <ac:chgData name="sneha yadav" userId="e05f8a7e868a988c" providerId="LiveId" clId="{807644B9-1E0B-44C7-AD17-5B44AAA987C0}" dt="2026-01-09T03:42:46.527" v="148" actId="20577"/>
          <ac:spMkLst>
            <pc:docMk/>
            <pc:sldMk cId="2297356019" sldId="269"/>
            <ac:spMk id="2" creationId="{BB892B6E-BC5A-B20A-FCFF-412B72520E15}"/>
          </ac:spMkLst>
        </pc:spChg>
        <pc:spChg chg="del mod">
          <ac:chgData name="sneha yadav" userId="e05f8a7e868a988c" providerId="LiveId" clId="{807644B9-1E0B-44C7-AD17-5B44AAA987C0}" dt="2026-01-09T04:13:31.601" v="197" actId="478"/>
          <ac:spMkLst>
            <pc:docMk/>
            <pc:sldMk cId="2297356019" sldId="269"/>
            <ac:spMk id="3" creationId="{BD0C259C-D936-D68C-4C6E-878B0DBBD0C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4798EB4-8525-424F-BE1B-E930F1B5A97F}"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EB91DE12-B57F-43D9-86FE-72C25175B422}" type="slidenum">
              <a:rPr lang="en-IN" smtClean="0"/>
              <a:t>‹#›</a:t>
            </a:fld>
            <a:endParaRPr lang="en-IN"/>
          </a:p>
        </p:txBody>
      </p:sp>
    </p:spTree>
    <p:extLst>
      <p:ext uri="{BB962C8B-B14F-4D97-AF65-F5344CB8AC3E}">
        <p14:creationId xmlns:p14="http://schemas.microsoft.com/office/powerpoint/2010/main" val="1989699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798EB4-8525-424F-BE1B-E930F1B5A97F}"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B91DE12-B57F-43D9-86FE-72C25175B422}" type="slidenum">
              <a:rPr lang="en-IN" smtClean="0"/>
              <a:t>‹#›</a:t>
            </a:fld>
            <a:endParaRPr lang="en-IN"/>
          </a:p>
        </p:txBody>
      </p:sp>
    </p:spTree>
    <p:extLst>
      <p:ext uri="{BB962C8B-B14F-4D97-AF65-F5344CB8AC3E}">
        <p14:creationId xmlns:p14="http://schemas.microsoft.com/office/powerpoint/2010/main" val="908166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798EB4-8525-424F-BE1B-E930F1B5A97F}"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B91DE12-B57F-43D9-86FE-72C25175B422}" type="slidenum">
              <a:rPr lang="en-IN" smtClean="0"/>
              <a:t>‹#›</a:t>
            </a:fld>
            <a:endParaRPr lang="en-IN"/>
          </a:p>
        </p:txBody>
      </p:sp>
    </p:spTree>
    <p:extLst>
      <p:ext uri="{BB962C8B-B14F-4D97-AF65-F5344CB8AC3E}">
        <p14:creationId xmlns:p14="http://schemas.microsoft.com/office/powerpoint/2010/main" val="1449700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4798EB4-8525-424F-BE1B-E930F1B5A97F}" type="datetimeFigureOut">
              <a:rPr lang="en-IN" smtClean="0"/>
              <a:t>09-01-2026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EB91DE12-B57F-43D9-86FE-72C25175B422}" type="slidenum">
              <a:rPr lang="en-IN" smtClean="0"/>
              <a:t>‹#›</a:t>
            </a:fld>
            <a:endParaRPr lang="en-IN"/>
          </a:p>
        </p:txBody>
      </p:sp>
    </p:spTree>
    <p:extLst>
      <p:ext uri="{BB962C8B-B14F-4D97-AF65-F5344CB8AC3E}">
        <p14:creationId xmlns:p14="http://schemas.microsoft.com/office/powerpoint/2010/main" val="178278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4798EB4-8525-424F-BE1B-E930F1B5A97F}" type="datetimeFigureOut">
              <a:rPr lang="en-IN" smtClean="0"/>
              <a:t>09-01-2026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EB91DE12-B57F-43D9-86FE-72C25175B422}" type="slidenum">
              <a:rPr lang="en-IN" smtClean="0"/>
              <a:t>‹#›</a:t>
            </a:fld>
            <a:endParaRPr lang="en-IN"/>
          </a:p>
        </p:txBody>
      </p:sp>
    </p:spTree>
    <p:extLst>
      <p:ext uri="{BB962C8B-B14F-4D97-AF65-F5344CB8AC3E}">
        <p14:creationId xmlns:p14="http://schemas.microsoft.com/office/powerpoint/2010/main" val="1402356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4798EB4-8525-424F-BE1B-E930F1B5A97F}" type="datetimeFigureOut">
              <a:rPr lang="en-IN" smtClean="0"/>
              <a:t>09-01-2026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EB91DE12-B57F-43D9-86FE-72C25175B422}" type="slidenum">
              <a:rPr lang="en-IN" smtClean="0"/>
              <a:t>‹#›</a:t>
            </a:fld>
            <a:endParaRPr lang="en-IN"/>
          </a:p>
        </p:txBody>
      </p:sp>
    </p:spTree>
    <p:extLst>
      <p:ext uri="{BB962C8B-B14F-4D97-AF65-F5344CB8AC3E}">
        <p14:creationId xmlns:p14="http://schemas.microsoft.com/office/powerpoint/2010/main" val="1908922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798EB4-8525-424F-BE1B-E930F1B5A97F}" type="datetimeFigureOut">
              <a:rPr lang="en-IN" smtClean="0"/>
              <a:t>09-01-2026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EB91DE12-B57F-43D9-86FE-72C25175B422}" type="slidenum">
              <a:rPr lang="en-IN" smtClean="0"/>
              <a:t>‹#›</a:t>
            </a:fld>
            <a:endParaRPr lang="en-IN"/>
          </a:p>
        </p:txBody>
      </p:sp>
    </p:spTree>
    <p:extLst>
      <p:ext uri="{BB962C8B-B14F-4D97-AF65-F5344CB8AC3E}">
        <p14:creationId xmlns:p14="http://schemas.microsoft.com/office/powerpoint/2010/main" val="663578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798EB4-8525-424F-BE1B-E930F1B5A97F}" type="datetimeFigureOut">
              <a:rPr lang="en-IN" smtClean="0"/>
              <a:t>09-01-2026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EB91DE12-B57F-43D9-86FE-72C25175B422}" type="slidenum">
              <a:rPr lang="en-IN" smtClean="0"/>
              <a:t>‹#›</a:t>
            </a:fld>
            <a:endParaRPr lang="en-IN"/>
          </a:p>
        </p:txBody>
      </p:sp>
    </p:spTree>
    <p:extLst>
      <p:ext uri="{BB962C8B-B14F-4D97-AF65-F5344CB8AC3E}">
        <p14:creationId xmlns:p14="http://schemas.microsoft.com/office/powerpoint/2010/main" val="3579048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798EB4-8525-424F-BE1B-E930F1B5A97F}" type="datetimeFigureOut">
              <a:rPr lang="en-IN" smtClean="0"/>
              <a:t>09-01-2026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B91DE12-B57F-43D9-86FE-72C25175B422}" type="slidenum">
              <a:rPr lang="en-IN" smtClean="0"/>
              <a:t>‹#›</a:t>
            </a:fld>
            <a:endParaRPr lang="en-IN"/>
          </a:p>
        </p:txBody>
      </p:sp>
    </p:spTree>
    <p:extLst>
      <p:ext uri="{BB962C8B-B14F-4D97-AF65-F5344CB8AC3E}">
        <p14:creationId xmlns:p14="http://schemas.microsoft.com/office/powerpoint/2010/main" val="2686797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798EB4-8525-424F-BE1B-E930F1B5A97F}"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B91DE12-B57F-43D9-86FE-72C25175B422}" type="slidenum">
              <a:rPr lang="en-IN" smtClean="0"/>
              <a:t>‹#›</a:t>
            </a:fld>
            <a:endParaRPr lang="en-IN"/>
          </a:p>
        </p:txBody>
      </p:sp>
    </p:spTree>
    <p:extLst>
      <p:ext uri="{BB962C8B-B14F-4D97-AF65-F5344CB8AC3E}">
        <p14:creationId xmlns:p14="http://schemas.microsoft.com/office/powerpoint/2010/main" val="1804857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798EB4-8525-424F-BE1B-E930F1B5A97F}"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B91DE12-B57F-43D9-86FE-72C25175B422}"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27804806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4798EB4-8525-424F-BE1B-E930F1B5A97F}" type="datetimeFigureOut">
              <a:rPr lang="en-IN" smtClean="0"/>
              <a:t>09-01-2026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B91DE12-B57F-43D9-86FE-72C25175B422}" type="slidenum">
              <a:rPr lang="en-IN" smtClean="0"/>
              <a:t>‹#›</a:t>
            </a:fld>
            <a:endParaRPr lang="en-IN"/>
          </a:p>
        </p:txBody>
      </p:sp>
    </p:spTree>
    <p:extLst>
      <p:ext uri="{BB962C8B-B14F-4D97-AF65-F5344CB8AC3E}">
        <p14:creationId xmlns:p14="http://schemas.microsoft.com/office/powerpoint/2010/main" val="27491669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4798EB4-8525-424F-BE1B-E930F1B5A97F}" type="datetimeFigureOut">
              <a:rPr lang="en-IN" smtClean="0"/>
              <a:t>09-01-2026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B91DE12-B57F-43D9-86FE-72C25175B422}"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17085017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4798EB4-8525-424F-BE1B-E930F1B5A97F}" type="datetimeFigureOut">
              <a:rPr lang="en-IN" smtClean="0"/>
              <a:t>09-01-2026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B91DE12-B57F-43D9-86FE-72C25175B422}" type="slidenum">
              <a:rPr lang="en-IN" smtClean="0"/>
              <a:t>‹#›</a:t>
            </a:fld>
            <a:endParaRPr lang="en-IN"/>
          </a:p>
        </p:txBody>
      </p:sp>
    </p:spTree>
    <p:extLst>
      <p:ext uri="{BB962C8B-B14F-4D97-AF65-F5344CB8AC3E}">
        <p14:creationId xmlns:p14="http://schemas.microsoft.com/office/powerpoint/2010/main" val="24319714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798EB4-8525-424F-BE1B-E930F1B5A97F}"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B91DE12-B57F-43D9-86FE-72C25175B422}" type="slidenum">
              <a:rPr lang="en-IN" smtClean="0"/>
              <a:t>‹#›</a:t>
            </a:fld>
            <a:endParaRPr lang="en-IN"/>
          </a:p>
        </p:txBody>
      </p:sp>
    </p:spTree>
    <p:extLst>
      <p:ext uri="{BB962C8B-B14F-4D97-AF65-F5344CB8AC3E}">
        <p14:creationId xmlns:p14="http://schemas.microsoft.com/office/powerpoint/2010/main" val="5677615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798EB4-8525-424F-BE1B-E930F1B5A97F}"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B91DE12-B57F-43D9-86FE-72C25175B422}" type="slidenum">
              <a:rPr lang="en-IN" smtClean="0"/>
              <a:t>‹#›</a:t>
            </a:fld>
            <a:endParaRPr lang="en-IN"/>
          </a:p>
        </p:txBody>
      </p:sp>
    </p:spTree>
    <p:extLst>
      <p:ext uri="{BB962C8B-B14F-4D97-AF65-F5344CB8AC3E}">
        <p14:creationId xmlns:p14="http://schemas.microsoft.com/office/powerpoint/2010/main" val="1963389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4798EB4-8525-424F-BE1B-E930F1B5A97F}" type="datetimeFigureOut">
              <a:rPr lang="en-IN" smtClean="0"/>
              <a:t>09-01-2026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EB91DE12-B57F-43D9-86FE-72C25175B422}" type="slidenum">
              <a:rPr lang="en-IN" smtClean="0"/>
              <a:t>‹#›</a:t>
            </a:fld>
            <a:endParaRPr lang="en-IN"/>
          </a:p>
        </p:txBody>
      </p:sp>
    </p:spTree>
    <p:extLst>
      <p:ext uri="{BB962C8B-B14F-4D97-AF65-F5344CB8AC3E}">
        <p14:creationId xmlns:p14="http://schemas.microsoft.com/office/powerpoint/2010/main" val="22098524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books.org/wiki/Lentis/Local_Food_as_a_Case_of_Disintermediation"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econstructrealities.blogspot.com/2024/01/harvesting-profits-exploring.html"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frontiersin.org/journals/sustainable-food-systems/articles/10.3389/fsufs.2023.1294829/full" TargetMode="External"/><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92B6E-BC5A-B20A-FCFF-412B72520E15}"/>
              </a:ext>
            </a:extLst>
          </p:cNvPr>
          <p:cNvSpPr>
            <a:spLocks noGrp="1"/>
          </p:cNvSpPr>
          <p:nvPr>
            <p:ph type="title"/>
          </p:nvPr>
        </p:nvSpPr>
        <p:spPr>
          <a:xfrm>
            <a:off x="2735538" y="2310298"/>
            <a:ext cx="8911687" cy="1280890"/>
          </a:xfrm>
        </p:spPr>
        <p:txBody>
          <a:bodyPr/>
          <a:lstStyle/>
          <a:p>
            <a:r>
              <a:rPr lang="en-US" b="1" dirty="0">
                <a:latin typeface="Algerian" panose="04020705040A02060702" pitchFamily="82" charset="0"/>
              </a:rPr>
              <a:t>AGRO MART – A Direct Farmer to Consumer E-COMMERCE PLATFORM </a:t>
            </a:r>
            <a:endParaRPr lang="en-IN" dirty="0">
              <a:latin typeface="Algerian" panose="04020705040A02060702" pitchFamily="82" charset="0"/>
            </a:endParaRPr>
          </a:p>
        </p:txBody>
      </p:sp>
    </p:spTree>
    <p:extLst>
      <p:ext uri="{BB962C8B-B14F-4D97-AF65-F5344CB8AC3E}">
        <p14:creationId xmlns:p14="http://schemas.microsoft.com/office/powerpoint/2010/main" val="2297356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6B26A43-FC80-6710-2C76-946C0B2D35EF}"/>
              </a:ext>
            </a:extLst>
          </p:cNvPr>
          <p:cNvSpPr>
            <a:spLocks noGrp="1"/>
          </p:cNvSpPr>
          <p:nvPr>
            <p:ph type="subTitle" idx="1"/>
          </p:nvPr>
        </p:nvSpPr>
        <p:spPr>
          <a:xfrm>
            <a:off x="2017282" y="273341"/>
            <a:ext cx="9031718" cy="5946483"/>
          </a:xfrm>
        </p:spPr>
        <p:txBody>
          <a:bodyPr>
            <a:noAutofit/>
          </a:bodyPr>
          <a:lstStyle/>
          <a:p>
            <a:r>
              <a:rPr lang="en-US" sz="2400" u="sng" dirty="0">
                <a:solidFill>
                  <a:schemeClr val="accent1">
                    <a:lumMod val="75000"/>
                  </a:schemeClr>
                </a:solidFill>
                <a:latin typeface="Arial Black" panose="020B0A04020102020204" pitchFamily="34" charset="0"/>
              </a:rPr>
              <a:t>Mini Project – Phase-1 Review</a:t>
            </a:r>
            <a:br>
              <a:rPr lang="en-US" sz="2400" dirty="0"/>
            </a:br>
            <a:endParaRPr lang="en-US" sz="2400" dirty="0"/>
          </a:p>
          <a:p>
            <a:r>
              <a:rPr lang="en-US" sz="2400" b="1" u="sng" dirty="0"/>
              <a:t>Domain:</a:t>
            </a:r>
            <a:r>
              <a:rPr lang="en-US" sz="2400" b="1" dirty="0"/>
              <a:t> </a:t>
            </a:r>
            <a:r>
              <a:rPr lang="en-US" sz="2400" dirty="0"/>
              <a:t>Agriculture + E-Commerce</a:t>
            </a:r>
            <a:br>
              <a:rPr lang="en-US" sz="2400" dirty="0"/>
            </a:br>
            <a:endParaRPr lang="en-US" sz="2400" dirty="0"/>
          </a:p>
          <a:p>
            <a:r>
              <a:rPr lang="en-US" sz="2400" b="1" u="sng" dirty="0"/>
              <a:t>Team Members: </a:t>
            </a:r>
          </a:p>
          <a:p>
            <a:pPr algn="just"/>
            <a:r>
              <a:rPr lang="en-US" sz="2400" b="1" dirty="0"/>
              <a:t>Sneha</a:t>
            </a:r>
          </a:p>
          <a:p>
            <a:pPr algn="just"/>
            <a:r>
              <a:rPr lang="en-US" sz="2400" b="1" dirty="0"/>
              <a:t>Kavya</a:t>
            </a:r>
          </a:p>
          <a:p>
            <a:pPr algn="just"/>
            <a:r>
              <a:rPr lang="en-US" sz="2400" b="1" dirty="0"/>
              <a:t>Sai Venkat</a:t>
            </a:r>
          </a:p>
          <a:p>
            <a:pPr algn="just"/>
            <a:r>
              <a:rPr lang="en-US" sz="2400" b="1" dirty="0"/>
              <a:t>Hari Narayana</a:t>
            </a:r>
          </a:p>
          <a:p>
            <a:pPr algn="just"/>
            <a:r>
              <a:rPr lang="en-US" sz="2400" b="1" dirty="0"/>
              <a:t>Shanmuka </a:t>
            </a:r>
          </a:p>
          <a:p>
            <a:endParaRPr lang="en-US" sz="2400" b="1" u="sng" dirty="0"/>
          </a:p>
          <a:p>
            <a:r>
              <a:rPr lang="en-US" sz="2400" b="1" u="sng" dirty="0"/>
              <a:t>Guide:</a:t>
            </a:r>
            <a:r>
              <a:rPr lang="en-US" sz="2400" b="1" dirty="0"/>
              <a:t> </a:t>
            </a:r>
            <a:r>
              <a:rPr lang="en-US" sz="2400" b="1" dirty="0">
                <a:latin typeface="Algerian" panose="04020705040A02060702" pitchFamily="82" charset="0"/>
              </a:rPr>
              <a:t>MR . MAHESH BABU </a:t>
            </a:r>
          </a:p>
          <a:p>
            <a:endParaRPr lang="en-US" sz="2800" b="1" dirty="0"/>
          </a:p>
          <a:p>
            <a:endParaRPr lang="en-US" sz="2800" b="1" dirty="0"/>
          </a:p>
          <a:p>
            <a:endParaRPr lang="en-US" sz="2800" b="1" dirty="0"/>
          </a:p>
          <a:p>
            <a:endParaRPr lang="en-US" sz="2800" b="1" dirty="0"/>
          </a:p>
          <a:p>
            <a:endParaRPr lang="en-US" sz="2800" b="1" dirty="0"/>
          </a:p>
          <a:p>
            <a:endParaRPr lang="en-US" sz="2800" b="1" dirty="0"/>
          </a:p>
          <a:p>
            <a:r>
              <a:rPr lang="en-US" sz="2800" b="1" dirty="0"/>
              <a:t>Guide:</a:t>
            </a:r>
            <a:endParaRPr lang="en-IN" sz="2800" dirty="0"/>
          </a:p>
        </p:txBody>
      </p:sp>
    </p:spTree>
    <p:extLst>
      <p:ext uri="{BB962C8B-B14F-4D97-AF65-F5344CB8AC3E}">
        <p14:creationId xmlns:p14="http://schemas.microsoft.com/office/powerpoint/2010/main" val="1304327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EB2D6-8A23-5567-EF31-47327367585B}"/>
              </a:ext>
            </a:extLst>
          </p:cNvPr>
          <p:cNvSpPr>
            <a:spLocks noGrp="1"/>
          </p:cNvSpPr>
          <p:nvPr>
            <p:ph type="title"/>
          </p:nvPr>
        </p:nvSpPr>
        <p:spPr>
          <a:xfrm>
            <a:off x="2277731" y="244186"/>
            <a:ext cx="5761369" cy="4959927"/>
          </a:xfrm>
        </p:spPr>
        <p:txBody>
          <a:bodyPr>
            <a:normAutofit fontScale="90000"/>
          </a:bodyPr>
          <a:lstStyle/>
          <a:p>
            <a:r>
              <a:rPr lang="en-US" dirty="0">
                <a:latin typeface="Arial Black" panose="020B0A04020102020204" pitchFamily="34" charset="0"/>
              </a:rPr>
              <a:t>Abstract</a:t>
            </a:r>
            <a:r>
              <a:rPr lang="en-US" dirty="0"/>
              <a:t>:</a:t>
            </a:r>
            <a:br>
              <a:rPr lang="en-US" dirty="0"/>
            </a:br>
            <a:br>
              <a:rPr lang="en-US" dirty="0"/>
            </a:br>
            <a:r>
              <a:rPr lang="en-US" dirty="0"/>
              <a:t>Farmers can list crops with price and quantity.</a:t>
            </a:r>
            <a:br>
              <a:rPr lang="en-US" dirty="0"/>
            </a:br>
            <a:r>
              <a:rPr lang="en-US" dirty="0"/>
              <a:t>Customers can browse and purchase directly.</a:t>
            </a:r>
            <a:br>
              <a:rPr lang="en-US" dirty="0"/>
            </a:br>
            <a:r>
              <a:rPr lang="en-US" dirty="0"/>
              <a:t>Eliminates middlemen and ensures fair pricing.</a:t>
            </a:r>
            <a:br>
              <a:rPr lang="en-US" dirty="0"/>
            </a:br>
            <a:r>
              <a:rPr lang="en-US" dirty="0"/>
              <a:t>Benefits both farmers and end consumers.</a:t>
            </a:r>
            <a:br>
              <a:rPr lang="en-US" dirty="0"/>
            </a:br>
            <a:r>
              <a:rPr lang="en-US" dirty="0"/>
              <a:t>Supports transparency, freshness, and local farming.</a:t>
            </a:r>
          </a:p>
        </p:txBody>
      </p:sp>
      <p:pic>
        <p:nvPicPr>
          <p:cNvPr id="3" name="Picture 2">
            <a:extLst>
              <a:ext uri="{FF2B5EF4-FFF2-40B4-BE49-F238E27FC236}">
                <a16:creationId xmlns:a16="http://schemas.microsoft.com/office/drawing/2014/main" id="{748C48DF-C611-7C17-4F3F-2843405193F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991475" y="0"/>
            <a:ext cx="4400550" cy="6858000"/>
          </a:xfrm>
          <a:prstGeom prst="rect">
            <a:avLst/>
          </a:prstGeom>
        </p:spPr>
      </p:pic>
    </p:spTree>
    <p:extLst>
      <p:ext uri="{BB962C8B-B14F-4D97-AF65-F5344CB8AC3E}">
        <p14:creationId xmlns:p14="http://schemas.microsoft.com/office/powerpoint/2010/main" val="1664585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9C96A-0BA8-C959-9BBC-2E0B856724E6}"/>
              </a:ext>
            </a:extLst>
          </p:cNvPr>
          <p:cNvSpPr>
            <a:spLocks noGrp="1"/>
          </p:cNvSpPr>
          <p:nvPr>
            <p:ph type="title"/>
          </p:nvPr>
        </p:nvSpPr>
        <p:spPr>
          <a:xfrm>
            <a:off x="2318921" y="639170"/>
            <a:ext cx="8539739" cy="1280890"/>
          </a:xfrm>
        </p:spPr>
        <p:txBody>
          <a:bodyPr/>
          <a:lstStyle/>
          <a:p>
            <a:r>
              <a:rPr lang="en-US" b="1" dirty="0">
                <a:latin typeface="Arial Black" panose="020B0A04020102020204" pitchFamily="34" charset="0"/>
              </a:rPr>
              <a:t>Problem Definition:</a:t>
            </a:r>
            <a:br>
              <a:rPr lang="en-US" b="1" dirty="0">
                <a:latin typeface="Arial Black" panose="020B0A04020102020204" pitchFamily="34" charset="0"/>
              </a:rPr>
            </a:b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CB5AA9D5-6299-DBB8-7CA7-E920BF2AE0C3}"/>
              </a:ext>
            </a:extLst>
          </p:cNvPr>
          <p:cNvSpPr>
            <a:spLocks noGrp="1"/>
          </p:cNvSpPr>
          <p:nvPr>
            <p:ph idx="1"/>
          </p:nvPr>
        </p:nvSpPr>
        <p:spPr>
          <a:xfrm>
            <a:off x="2318921" y="1634835"/>
            <a:ext cx="8911687" cy="4784437"/>
          </a:xfrm>
        </p:spPr>
        <p:txBody>
          <a:bodyPr>
            <a:normAutofit/>
          </a:bodyPr>
          <a:lstStyle/>
          <a:p>
            <a:pPr marL="0" indent="0">
              <a:buNone/>
            </a:pPr>
            <a:r>
              <a:rPr lang="en-US" sz="2800" b="1" dirty="0"/>
              <a:t>Existing Problems:</a:t>
            </a:r>
            <a:endParaRPr lang="en-US" sz="2800" dirty="0"/>
          </a:p>
          <a:p>
            <a:r>
              <a:rPr lang="en-US" sz="2400" dirty="0"/>
              <a:t>Multiple intermediaries reduce farmer income.</a:t>
            </a:r>
          </a:p>
          <a:p>
            <a:r>
              <a:rPr lang="en-US" sz="2400" dirty="0"/>
              <a:t>Price manipulation in traditional markets.</a:t>
            </a:r>
          </a:p>
          <a:p>
            <a:r>
              <a:rPr lang="en-US" sz="2400" dirty="0"/>
              <a:t>Lack of transparency for customers.</a:t>
            </a:r>
          </a:p>
          <a:p>
            <a:r>
              <a:rPr lang="en-US" sz="2400" dirty="0"/>
              <a:t>No direct communication between farmer and buyer.</a:t>
            </a:r>
          </a:p>
          <a:p>
            <a:pPr marL="0" indent="0">
              <a:buNone/>
            </a:pPr>
            <a:r>
              <a:rPr lang="en-US" sz="2800" b="1" dirty="0"/>
              <a:t>Defined Problem</a:t>
            </a:r>
            <a:r>
              <a:rPr lang="en-US" b="1" dirty="0"/>
              <a:t>:</a:t>
            </a:r>
          </a:p>
          <a:p>
            <a:r>
              <a:rPr lang="en-US" sz="2400" dirty="0"/>
              <a:t>To design a system that enables </a:t>
            </a:r>
            <a:r>
              <a:rPr lang="en-US" sz="2400" b="1" dirty="0"/>
              <a:t>direct agricultural product sales</a:t>
            </a:r>
            <a:r>
              <a:rPr lang="en-US" sz="2400" dirty="0"/>
              <a:t> between farmers and customers using a digital platform.</a:t>
            </a:r>
            <a:endParaRPr lang="en-US" sz="2400" b="1" dirty="0"/>
          </a:p>
        </p:txBody>
      </p:sp>
      <p:pic>
        <p:nvPicPr>
          <p:cNvPr id="5" name="Picture 4">
            <a:extLst>
              <a:ext uri="{FF2B5EF4-FFF2-40B4-BE49-F238E27FC236}">
                <a16:creationId xmlns:a16="http://schemas.microsoft.com/office/drawing/2014/main" id="{BC339CAE-2800-F2FC-5EF0-AFB74B468E9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620250" y="0"/>
            <a:ext cx="2571750" cy="2600325"/>
          </a:xfrm>
          <a:prstGeom prst="rect">
            <a:avLst/>
          </a:prstGeom>
        </p:spPr>
      </p:pic>
    </p:spTree>
    <p:extLst>
      <p:ext uri="{BB962C8B-B14F-4D97-AF65-F5344CB8AC3E}">
        <p14:creationId xmlns:p14="http://schemas.microsoft.com/office/powerpoint/2010/main" val="3292492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18DA5-1202-B39A-DDF1-06B2C62F5523}"/>
              </a:ext>
            </a:extLst>
          </p:cNvPr>
          <p:cNvSpPr>
            <a:spLocks noGrp="1"/>
          </p:cNvSpPr>
          <p:nvPr>
            <p:ph type="title"/>
          </p:nvPr>
        </p:nvSpPr>
        <p:spPr>
          <a:xfrm>
            <a:off x="2391892" y="1304924"/>
            <a:ext cx="8911687" cy="883109"/>
          </a:xfrm>
        </p:spPr>
        <p:txBody>
          <a:bodyPr>
            <a:normAutofit fontScale="90000"/>
          </a:bodyPr>
          <a:lstStyle/>
          <a:p>
            <a:r>
              <a:rPr lang="en-US" b="1" dirty="0">
                <a:latin typeface="Arial Black" panose="020B0A04020102020204" pitchFamily="34" charset="0"/>
              </a:rPr>
              <a:t>Literature Survey – Summary</a:t>
            </a:r>
            <a:br>
              <a:rPr lang="en-US" b="1" dirty="0"/>
            </a:br>
            <a:endParaRPr lang="en-IN" dirty="0"/>
          </a:p>
        </p:txBody>
      </p:sp>
      <p:sp>
        <p:nvSpPr>
          <p:cNvPr id="3" name="Content Placeholder 2">
            <a:extLst>
              <a:ext uri="{FF2B5EF4-FFF2-40B4-BE49-F238E27FC236}">
                <a16:creationId xmlns:a16="http://schemas.microsoft.com/office/drawing/2014/main" id="{56514723-21EB-522D-7FB5-D30FF0907808}"/>
              </a:ext>
            </a:extLst>
          </p:cNvPr>
          <p:cNvSpPr>
            <a:spLocks noGrp="1"/>
          </p:cNvSpPr>
          <p:nvPr>
            <p:ph idx="1"/>
          </p:nvPr>
        </p:nvSpPr>
        <p:spPr>
          <a:xfrm>
            <a:off x="2279964" y="2729396"/>
            <a:ext cx="8835303" cy="4128604"/>
          </a:xfrm>
        </p:spPr>
        <p:txBody>
          <a:bodyPr/>
          <a:lstStyle/>
          <a:p>
            <a:r>
              <a:rPr lang="en-US" sz="2400" dirty="0"/>
              <a:t>Existing e-commerce platforms focus on retailers, not farmers.</a:t>
            </a:r>
          </a:p>
          <a:p>
            <a:r>
              <a:rPr lang="en-US" sz="2400" dirty="0"/>
              <a:t>Government mandis still involve agents and commissions.</a:t>
            </a:r>
          </a:p>
          <a:p>
            <a:r>
              <a:rPr lang="en-US" sz="2400" dirty="0"/>
              <a:t>Some Agri -apps provide price info but </a:t>
            </a:r>
            <a:r>
              <a:rPr lang="en-US" sz="2400" b="1" dirty="0"/>
              <a:t>not direct selling</a:t>
            </a:r>
            <a:r>
              <a:rPr lang="en-US" sz="2400" dirty="0"/>
              <a:t>.</a:t>
            </a:r>
          </a:p>
          <a:p>
            <a:r>
              <a:rPr lang="en-US" sz="2400" dirty="0"/>
              <a:t>Studies show direct trade increases farmer income by 20–30%.</a:t>
            </a:r>
          </a:p>
          <a:p>
            <a:endParaRPr lang="en-IN" dirty="0"/>
          </a:p>
        </p:txBody>
      </p:sp>
    </p:spTree>
    <p:extLst>
      <p:ext uri="{BB962C8B-B14F-4D97-AF65-F5344CB8AC3E}">
        <p14:creationId xmlns:p14="http://schemas.microsoft.com/office/powerpoint/2010/main" val="920470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82A1C-A0F6-69E4-F0F9-BE81427E8185}"/>
              </a:ext>
            </a:extLst>
          </p:cNvPr>
          <p:cNvSpPr>
            <a:spLocks noGrp="1"/>
          </p:cNvSpPr>
          <p:nvPr>
            <p:ph type="title"/>
          </p:nvPr>
        </p:nvSpPr>
        <p:spPr>
          <a:xfrm>
            <a:off x="1615931" y="722356"/>
            <a:ext cx="8604394" cy="1332345"/>
          </a:xfrm>
        </p:spPr>
        <p:txBody>
          <a:bodyPr/>
          <a:lstStyle/>
          <a:p>
            <a:r>
              <a:rPr lang="en-IN" b="1" dirty="0">
                <a:latin typeface="Arial Black" panose="020B0A04020102020204" pitchFamily="34" charset="0"/>
              </a:rPr>
              <a:t>System Architecture</a:t>
            </a:r>
            <a:br>
              <a:rPr lang="en-IN" b="1" dirty="0"/>
            </a:br>
            <a:endParaRPr lang="en-IN" dirty="0"/>
          </a:p>
        </p:txBody>
      </p:sp>
      <p:sp>
        <p:nvSpPr>
          <p:cNvPr id="3" name="Content Placeholder 2">
            <a:extLst>
              <a:ext uri="{FF2B5EF4-FFF2-40B4-BE49-F238E27FC236}">
                <a16:creationId xmlns:a16="http://schemas.microsoft.com/office/drawing/2014/main" id="{6598B627-E326-9DF6-CABB-F47716E40112}"/>
              </a:ext>
            </a:extLst>
          </p:cNvPr>
          <p:cNvSpPr>
            <a:spLocks noGrp="1"/>
          </p:cNvSpPr>
          <p:nvPr>
            <p:ph idx="1"/>
          </p:nvPr>
        </p:nvSpPr>
        <p:spPr>
          <a:xfrm>
            <a:off x="1615930" y="2204404"/>
            <a:ext cx="8604395" cy="4174786"/>
          </a:xfrm>
        </p:spPr>
        <p:txBody>
          <a:bodyPr/>
          <a:lstStyle/>
          <a:p>
            <a:pPr marL="0" indent="0">
              <a:buNone/>
            </a:pPr>
            <a:r>
              <a:rPr lang="en-IN" sz="2800" b="1" dirty="0"/>
              <a:t>Main Components:</a:t>
            </a:r>
            <a:endParaRPr lang="en-IN" sz="2800" dirty="0"/>
          </a:p>
          <a:p>
            <a:r>
              <a:rPr lang="en-IN" sz="2400" dirty="0"/>
              <a:t>Farmer Module</a:t>
            </a:r>
          </a:p>
          <a:p>
            <a:r>
              <a:rPr lang="en-IN" sz="2400" dirty="0"/>
              <a:t>Customer Module</a:t>
            </a:r>
          </a:p>
          <a:p>
            <a:r>
              <a:rPr lang="en-IN" sz="2400" dirty="0"/>
              <a:t>Admin Module</a:t>
            </a:r>
          </a:p>
          <a:p>
            <a:r>
              <a:rPr lang="en-IN" sz="2400" dirty="0"/>
              <a:t>Database Server</a:t>
            </a:r>
          </a:p>
          <a:p>
            <a:pPr marL="0" indent="0">
              <a:buNone/>
            </a:pPr>
            <a:r>
              <a:rPr lang="en-IN" sz="2800" b="1" dirty="0"/>
              <a:t>Flow:</a:t>
            </a:r>
            <a:br>
              <a:rPr lang="en-IN" dirty="0"/>
            </a:br>
            <a:r>
              <a:rPr lang="en-IN" sz="2400" dirty="0"/>
              <a:t>Farmer → Platform → Customer</a:t>
            </a:r>
            <a:br>
              <a:rPr lang="en-IN" sz="2400" dirty="0"/>
            </a:br>
            <a:r>
              <a:rPr lang="en-IN" sz="2400" dirty="0"/>
              <a:t>(No intermediaries)</a:t>
            </a:r>
          </a:p>
          <a:p>
            <a:endParaRPr lang="en-IN" dirty="0"/>
          </a:p>
        </p:txBody>
      </p:sp>
      <p:pic>
        <p:nvPicPr>
          <p:cNvPr id="5" name="Picture 4">
            <a:extLst>
              <a:ext uri="{FF2B5EF4-FFF2-40B4-BE49-F238E27FC236}">
                <a16:creationId xmlns:a16="http://schemas.microsoft.com/office/drawing/2014/main" id="{09C0A704-785A-C8D0-CCAC-4BA96C94876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896100" y="0"/>
            <a:ext cx="5295900" cy="6858000"/>
          </a:xfrm>
          <a:prstGeom prst="rect">
            <a:avLst/>
          </a:prstGeom>
        </p:spPr>
      </p:pic>
    </p:spTree>
    <p:extLst>
      <p:ext uri="{BB962C8B-B14F-4D97-AF65-F5344CB8AC3E}">
        <p14:creationId xmlns:p14="http://schemas.microsoft.com/office/powerpoint/2010/main" val="105910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67FB4-12B3-545F-6C88-0454EA1047D2}"/>
              </a:ext>
            </a:extLst>
          </p:cNvPr>
          <p:cNvSpPr>
            <a:spLocks noGrp="1"/>
          </p:cNvSpPr>
          <p:nvPr>
            <p:ph type="title"/>
          </p:nvPr>
        </p:nvSpPr>
        <p:spPr>
          <a:xfrm>
            <a:off x="2556148" y="446650"/>
            <a:ext cx="8837797" cy="1517073"/>
          </a:xfrm>
        </p:spPr>
        <p:txBody>
          <a:bodyPr/>
          <a:lstStyle/>
          <a:p>
            <a:r>
              <a:rPr lang="en-IN" b="1">
                <a:latin typeface="Arial Black" panose="020B0A04020102020204" pitchFamily="34" charset="0"/>
              </a:rPr>
              <a:t>Module-Wise Plan</a:t>
            </a:r>
            <a:br>
              <a:rPr lang="en-IN" b="1">
                <a:latin typeface="Arial Black" panose="020B0A04020102020204" pitchFamily="34" charset="0"/>
              </a:rPr>
            </a:br>
            <a:endParaRPr lang="en-IN">
              <a:latin typeface="Arial Black" panose="020B0A04020102020204" pitchFamily="34" charset="0"/>
            </a:endParaRPr>
          </a:p>
        </p:txBody>
      </p:sp>
      <p:sp>
        <p:nvSpPr>
          <p:cNvPr id="3" name="Content Placeholder 2">
            <a:extLst>
              <a:ext uri="{FF2B5EF4-FFF2-40B4-BE49-F238E27FC236}">
                <a16:creationId xmlns:a16="http://schemas.microsoft.com/office/drawing/2014/main" id="{8FF488BF-D6EB-A66B-1C4A-D26BE0ADBFAA}"/>
              </a:ext>
            </a:extLst>
          </p:cNvPr>
          <p:cNvSpPr>
            <a:spLocks noGrp="1"/>
          </p:cNvSpPr>
          <p:nvPr>
            <p:ph idx="1"/>
          </p:nvPr>
        </p:nvSpPr>
        <p:spPr>
          <a:xfrm>
            <a:off x="2666815" y="1422400"/>
            <a:ext cx="8911687" cy="5163127"/>
          </a:xfrm>
        </p:spPr>
        <p:txBody>
          <a:bodyPr>
            <a:normAutofit fontScale="92500" lnSpcReduction="20000"/>
          </a:bodyPr>
          <a:lstStyle/>
          <a:p>
            <a:pPr marL="0" indent="0">
              <a:buNone/>
            </a:pPr>
            <a:r>
              <a:rPr lang="en-IN" sz="2600" b="1"/>
              <a:t>1. Farmer Module</a:t>
            </a:r>
            <a:endParaRPr lang="en-IN" sz="2600"/>
          </a:p>
          <a:p>
            <a:r>
              <a:rPr lang="en-IN" sz="2400"/>
              <a:t>Registration &amp; login</a:t>
            </a:r>
          </a:p>
          <a:p>
            <a:r>
              <a:rPr lang="en-IN" sz="2400"/>
              <a:t>Add crop details</a:t>
            </a:r>
          </a:p>
          <a:p>
            <a:r>
              <a:rPr lang="en-IN" sz="2400"/>
              <a:t>Update availability</a:t>
            </a:r>
          </a:p>
          <a:p>
            <a:pPr marL="0" indent="0">
              <a:buNone/>
            </a:pPr>
            <a:r>
              <a:rPr lang="en-IN" sz="2600" b="1"/>
              <a:t>2. Customer Module</a:t>
            </a:r>
            <a:endParaRPr lang="en-IN" sz="2600"/>
          </a:p>
          <a:p>
            <a:r>
              <a:rPr lang="en-IN" sz="2400"/>
              <a:t>View products</a:t>
            </a:r>
          </a:p>
          <a:p>
            <a:r>
              <a:rPr lang="en-IN" sz="2400"/>
              <a:t>Place orders</a:t>
            </a:r>
          </a:p>
          <a:p>
            <a:r>
              <a:rPr lang="en-IN" sz="2400"/>
              <a:t>Contact farmer</a:t>
            </a:r>
          </a:p>
          <a:p>
            <a:pPr marL="0" indent="0">
              <a:buNone/>
            </a:pPr>
            <a:r>
              <a:rPr lang="en-IN" sz="2600" b="1"/>
              <a:t>3. Admin Module</a:t>
            </a:r>
            <a:endParaRPr lang="en-IN" sz="2600"/>
          </a:p>
          <a:p>
            <a:r>
              <a:rPr lang="en-IN" sz="2600"/>
              <a:t>Manage users</a:t>
            </a:r>
          </a:p>
          <a:p>
            <a:r>
              <a:rPr lang="en-IN" sz="2600"/>
              <a:t>Monitor listings</a:t>
            </a:r>
          </a:p>
          <a:p>
            <a:r>
              <a:rPr lang="en-IN" sz="2600"/>
              <a:t>Handle issues</a:t>
            </a:r>
          </a:p>
          <a:p>
            <a:endParaRPr lang="en-IN"/>
          </a:p>
        </p:txBody>
      </p:sp>
    </p:spTree>
    <p:extLst>
      <p:ext uri="{BB962C8B-B14F-4D97-AF65-F5344CB8AC3E}">
        <p14:creationId xmlns:p14="http://schemas.microsoft.com/office/powerpoint/2010/main" val="3256654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EEFCF-AB4A-5FC9-9CC0-43DD3EABC065}"/>
              </a:ext>
            </a:extLst>
          </p:cNvPr>
          <p:cNvSpPr>
            <a:spLocks noGrp="1"/>
          </p:cNvSpPr>
          <p:nvPr>
            <p:ph type="title"/>
          </p:nvPr>
        </p:nvSpPr>
        <p:spPr>
          <a:xfrm>
            <a:off x="2519158" y="618836"/>
            <a:ext cx="8613630" cy="1341582"/>
          </a:xfrm>
        </p:spPr>
        <p:txBody>
          <a:bodyPr/>
          <a:lstStyle/>
          <a:p>
            <a:r>
              <a:rPr lang="en-IN" b="1" dirty="0">
                <a:latin typeface="Arial Black" panose="020B0A04020102020204" pitchFamily="34" charset="0"/>
              </a:rPr>
              <a:t>Tools &amp; Technologies Required</a:t>
            </a:r>
            <a:br>
              <a:rPr lang="en-IN" dirty="0"/>
            </a:br>
            <a:endParaRPr lang="en-IN" dirty="0"/>
          </a:p>
        </p:txBody>
      </p:sp>
      <p:sp>
        <p:nvSpPr>
          <p:cNvPr id="3" name="Content Placeholder 2">
            <a:extLst>
              <a:ext uri="{FF2B5EF4-FFF2-40B4-BE49-F238E27FC236}">
                <a16:creationId xmlns:a16="http://schemas.microsoft.com/office/drawing/2014/main" id="{A7899B1D-269E-27C7-0896-0DB525058362}"/>
              </a:ext>
            </a:extLst>
          </p:cNvPr>
          <p:cNvSpPr>
            <a:spLocks noGrp="1"/>
          </p:cNvSpPr>
          <p:nvPr>
            <p:ph idx="1"/>
          </p:nvPr>
        </p:nvSpPr>
        <p:spPr>
          <a:xfrm>
            <a:off x="2687782" y="1099127"/>
            <a:ext cx="8816829" cy="4812095"/>
          </a:xfrm>
        </p:spPr>
        <p:txBody>
          <a:bodyPr>
            <a:normAutofit lnSpcReduction="10000"/>
          </a:bodyPr>
          <a:lstStyle/>
          <a:p>
            <a:pPr marL="0" indent="0">
              <a:buNone/>
            </a:pPr>
            <a:endParaRPr lang="en-IN" dirty="0"/>
          </a:p>
          <a:p>
            <a:r>
              <a:rPr lang="en-IN" sz="2400" dirty="0"/>
              <a:t>Frontend: HTML, CSS, JavaScript</a:t>
            </a:r>
          </a:p>
          <a:p>
            <a:r>
              <a:rPr lang="en-IN" sz="2400" dirty="0"/>
              <a:t>Backend: Python / Java / PHP</a:t>
            </a:r>
          </a:p>
          <a:p>
            <a:r>
              <a:rPr lang="en-IN" sz="2400" dirty="0"/>
              <a:t>Database: MySQL</a:t>
            </a:r>
          </a:p>
          <a:p>
            <a:r>
              <a:rPr lang="en-IN" sz="2400" dirty="0"/>
              <a:t>Platform: Web Browser</a:t>
            </a:r>
          </a:p>
          <a:p>
            <a:r>
              <a:rPr lang="en-IN" sz="2400" dirty="0"/>
              <a:t>Tools: VS code , Git , Browser </a:t>
            </a:r>
          </a:p>
          <a:p>
            <a:pPr marL="0" indent="0">
              <a:buNone/>
            </a:pPr>
            <a:r>
              <a:rPr lang="en-IN" sz="2600" b="1" dirty="0"/>
              <a:t>  </a:t>
            </a:r>
          </a:p>
          <a:p>
            <a:pPr marL="0" indent="0">
              <a:buNone/>
            </a:pPr>
            <a:r>
              <a:rPr lang="en-IN" sz="2600" b="1" dirty="0">
                <a:latin typeface="Arial Black" panose="020B0A04020102020204" pitchFamily="34" charset="0"/>
              </a:rPr>
              <a:t>Hardware Requirements:</a:t>
            </a:r>
            <a:endParaRPr lang="en-IN" sz="2600" dirty="0"/>
          </a:p>
          <a:p>
            <a:r>
              <a:rPr lang="en-IN" sz="2400" dirty="0"/>
              <a:t>Basic PC or Laptop</a:t>
            </a:r>
          </a:p>
          <a:p>
            <a:r>
              <a:rPr lang="en-IN" sz="2400" dirty="0"/>
              <a:t>Internet connection</a:t>
            </a:r>
          </a:p>
          <a:p>
            <a:endParaRPr lang="en-IN" dirty="0"/>
          </a:p>
        </p:txBody>
      </p:sp>
    </p:spTree>
    <p:extLst>
      <p:ext uri="{BB962C8B-B14F-4D97-AF65-F5344CB8AC3E}">
        <p14:creationId xmlns:p14="http://schemas.microsoft.com/office/powerpoint/2010/main" val="3708434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AF10D-90F9-7B26-4BA7-2576DD6CF4D7}"/>
              </a:ext>
            </a:extLst>
          </p:cNvPr>
          <p:cNvSpPr>
            <a:spLocks noGrp="1"/>
          </p:cNvSpPr>
          <p:nvPr>
            <p:ph type="title"/>
          </p:nvPr>
        </p:nvSpPr>
        <p:spPr/>
        <p:txBody>
          <a:bodyPr/>
          <a:lstStyle/>
          <a:p>
            <a:r>
              <a:rPr lang="en-US" b="1" dirty="0">
                <a:latin typeface="Arial Black" panose="020B0A04020102020204" pitchFamily="34" charset="0"/>
              </a:rPr>
              <a:t>Future Scope</a:t>
            </a:r>
            <a:br>
              <a:rPr lang="en-US" b="1" dirty="0"/>
            </a:br>
            <a:endParaRPr lang="en-IN" dirty="0"/>
          </a:p>
        </p:txBody>
      </p:sp>
      <p:sp>
        <p:nvSpPr>
          <p:cNvPr id="3" name="Content Placeholder 2">
            <a:extLst>
              <a:ext uri="{FF2B5EF4-FFF2-40B4-BE49-F238E27FC236}">
                <a16:creationId xmlns:a16="http://schemas.microsoft.com/office/drawing/2014/main" id="{DEE2CD74-5428-7BEB-12E0-DE4115E16DA3}"/>
              </a:ext>
            </a:extLst>
          </p:cNvPr>
          <p:cNvSpPr>
            <a:spLocks noGrp="1"/>
          </p:cNvSpPr>
          <p:nvPr>
            <p:ph idx="1"/>
          </p:nvPr>
        </p:nvSpPr>
        <p:spPr>
          <a:xfrm>
            <a:off x="2537898" y="1507836"/>
            <a:ext cx="8911688" cy="4479586"/>
          </a:xfrm>
        </p:spPr>
        <p:txBody>
          <a:bodyPr>
            <a:normAutofit/>
          </a:bodyPr>
          <a:lstStyle/>
          <a:p>
            <a:pPr marL="0" indent="0">
              <a:buNone/>
            </a:pPr>
            <a:r>
              <a:rPr lang="en-US" sz="2400" dirty="0" err="1"/>
              <a:t>Agro</a:t>
            </a:r>
            <a:r>
              <a:rPr lang="en-US" sz="2400" dirty="0"/>
              <a:t> Mart simplifies agricultural trade by enabling direct interaction between farmers and </a:t>
            </a:r>
            <a:r>
              <a:rPr lang="en-US" sz="2400"/>
              <a:t>customers.</a:t>
            </a:r>
            <a:endParaRPr lang="en-US" sz="2400" dirty="0"/>
          </a:p>
          <a:p>
            <a:pPr marL="0" indent="0">
              <a:buNone/>
            </a:pPr>
            <a:endParaRPr lang="en-US" sz="2500" dirty="0"/>
          </a:p>
          <a:p>
            <a:r>
              <a:rPr lang="en-US" sz="2400" dirty="0"/>
              <a:t>Mobile app version</a:t>
            </a:r>
          </a:p>
          <a:p>
            <a:r>
              <a:rPr lang="en-US" sz="2400" dirty="0"/>
              <a:t>Online payments</a:t>
            </a:r>
          </a:p>
          <a:p>
            <a:r>
              <a:rPr lang="en-US" sz="2400" dirty="0"/>
              <a:t>Delivery tracking</a:t>
            </a:r>
          </a:p>
          <a:p>
            <a:r>
              <a:rPr lang="en-US" sz="2400" dirty="0"/>
              <a:t>Farmer rating system</a:t>
            </a:r>
          </a:p>
          <a:p>
            <a:endParaRPr lang="en-IN" dirty="0"/>
          </a:p>
        </p:txBody>
      </p:sp>
    </p:spTree>
    <p:extLst>
      <p:ext uri="{BB962C8B-B14F-4D97-AF65-F5344CB8AC3E}">
        <p14:creationId xmlns:p14="http://schemas.microsoft.com/office/powerpoint/2010/main" val="126405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F63CE-EB36-9F93-701E-5D0BC535AFB8}"/>
              </a:ext>
            </a:extLst>
          </p:cNvPr>
          <p:cNvSpPr>
            <a:spLocks noGrp="1"/>
          </p:cNvSpPr>
          <p:nvPr>
            <p:ph type="title"/>
          </p:nvPr>
        </p:nvSpPr>
        <p:spPr>
          <a:xfrm>
            <a:off x="5059289" y="2612301"/>
            <a:ext cx="8911687" cy="1280890"/>
          </a:xfrm>
        </p:spPr>
        <p:txBody>
          <a:bodyPr>
            <a:normAutofit/>
          </a:bodyPr>
          <a:lstStyle/>
          <a:p>
            <a:r>
              <a:rPr lang="en-IN" sz="4000" b="1">
                <a:latin typeface="Algerian" panose="04020705040A02060702" pitchFamily="82" charset="0"/>
              </a:rPr>
              <a:t>Thank </a:t>
            </a:r>
            <a:r>
              <a:rPr lang="en-IN" sz="4000" b="1" err="1">
                <a:latin typeface="Algerian" panose="04020705040A02060702" pitchFamily="82" charset="0"/>
              </a:rPr>
              <a:t>youu</a:t>
            </a:r>
            <a:endParaRPr lang="en-IN" sz="4000" b="1">
              <a:latin typeface="Algerian" panose="04020705040A02060702" pitchFamily="82" charset="0"/>
            </a:endParaRPr>
          </a:p>
        </p:txBody>
      </p:sp>
      <p:sp>
        <p:nvSpPr>
          <p:cNvPr id="3" name="Content Placeholder 2">
            <a:extLst>
              <a:ext uri="{FF2B5EF4-FFF2-40B4-BE49-F238E27FC236}">
                <a16:creationId xmlns:a16="http://schemas.microsoft.com/office/drawing/2014/main" id="{36EFBC66-2008-2690-1AD1-00AC7865A372}"/>
              </a:ext>
            </a:extLst>
          </p:cNvPr>
          <p:cNvSpPr>
            <a:spLocks noGrp="1"/>
          </p:cNvSpPr>
          <p:nvPr>
            <p:ph idx="1"/>
          </p:nvPr>
        </p:nvSpPr>
        <p:spPr>
          <a:xfrm>
            <a:off x="2085873" y="1873541"/>
            <a:ext cx="8915400" cy="3777622"/>
          </a:xfrm>
        </p:spPr>
        <p:txBody>
          <a:bodyPr/>
          <a:lstStyle/>
          <a:p>
            <a:pPr marL="0" indent="0">
              <a:buNone/>
            </a:pPr>
            <a:endParaRPr lang="en-IN" dirty="0"/>
          </a:p>
        </p:txBody>
      </p:sp>
    </p:spTree>
    <p:extLst>
      <p:ext uri="{BB962C8B-B14F-4D97-AF65-F5344CB8AC3E}">
        <p14:creationId xmlns:p14="http://schemas.microsoft.com/office/powerpoint/2010/main" val="151201541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0</TotalTime>
  <Words>322</Words>
  <Application>Microsoft Office PowerPoint</Application>
  <PresentationFormat>Widescreen</PresentationFormat>
  <Paragraphs>71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Algerian</vt:lpstr>
      <vt:lpstr>Arial</vt:lpstr>
      <vt:lpstr>Arial Black</vt:lpstr>
      <vt:lpstr>Century Gothic</vt:lpstr>
      <vt:lpstr>Wingdings 3</vt:lpstr>
      <vt:lpstr>Wisp</vt:lpstr>
      <vt:lpstr>AGRO MART – A Direct Farmer to Consumer E-COMMERCE PLATFORM </vt:lpstr>
      <vt:lpstr>PowerPoint Presentation</vt:lpstr>
      <vt:lpstr>Abstract:  Farmers can list crops with price and quantity. Customers can browse and purchase directly. Eliminates middlemen and ensures fair pricing. Benefits both farmers and end consumers. Supports transparency, freshness, and local farming.</vt:lpstr>
      <vt:lpstr>Problem Definition: </vt:lpstr>
      <vt:lpstr>Literature Survey – Summary </vt:lpstr>
      <vt:lpstr>System Architecture </vt:lpstr>
      <vt:lpstr>Module-Wise Plan </vt:lpstr>
      <vt:lpstr>Tools &amp; Technologies Required </vt:lpstr>
      <vt:lpstr>Future Scope </vt:lpstr>
      <vt:lpstr>Thank youu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AGRO MART – Direct Farmer to Consumer Marketplace</dc:title>
  <dc:creator>sneha yadav</dc:creator>
  <cp:lastModifiedBy>sneha yadav</cp:lastModifiedBy>
  <cp:revision>1</cp:revision>
  <dcterms:created xsi:type="dcterms:W3CDTF">2026-01-07T05:26:12Z</dcterms:created>
  <dcterms:modified xsi:type="dcterms:W3CDTF">2026-01-09T04:47:23Z</dcterms:modified>
</cp:coreProperties>
</file>